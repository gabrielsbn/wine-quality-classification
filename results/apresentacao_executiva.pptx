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WINE QUALITY CLASSIFICATION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461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Qualidade de Vinhos com Machine Learning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[Seu nome aqui]  •  Pós-graduação em Data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prever a qualidade de um vinho importa?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Precificação e Posicionamento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mercado mais embasadas sobre o valor de cada lote.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37744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Precoce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749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lotes premium antes da avaliação sensorial completa.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210312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237744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0" y="3108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de Critérios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3749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a subjetividade na avaliação entre diferentes especialistas.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de Dados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1.143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 tintos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38328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383280" y="2606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físico-químicas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3–8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126480" y="2606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notas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atribuídas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10881360" cy="2377440"/>
          </a:xfrm>
          <a:prstGeom prst="roundRect">
            <a:avLst>
              <a:gd name="adj" fmla="val 2308"/>
            </a:avLst>
          </a:prstGeom>
          <a:solidFill>
            <a:srgbClr val="FAFAF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Classificação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4572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avaliada por sommeliers em escala de 3 a 8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 com nota ≥ 7 → classificados como Alta Qualidade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 com nota &lt; 7 → classificados como Baixa/Média Qualidade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 Real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14% dos vinhos da base são considerados Alta Qualidade</a:t>
            </a:r>
            <a:endParaRPr lang="en-US" sz="1700" dirty="0"/>
          </a:p>
        </p:txBody>
      </p:sp>
      <p:pic>
        <p:nvPicPr>
          <p:cNvPr id="4" name="Image 0" descr="/home/claude/charts/01_balanc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669280" cy="34015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2103120"/>
            <a:ext cx="4663440" cy="292608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/>
        </p:spPr>
      </p:sp>
      <p:sp>
        <p:nvSpPr>
          <p:cNvPr id="6" name="Text 3"/>
          <p:cNvSpPr/>
          <p:nvPr/>
        </p:nvSpPr>
        <p:spPr>
          <a:xfrm>
            <a:off x="717804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é um problema?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78040" y="29260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ingênuo que sempre dissesse “qualidade baixa” acertaria 86% das vezes — e ainda assim nunca identificaria um único vinho de alta qualidade.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Diferencia Vinhos Bons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 Alcoólico e Acidez Volátil</a:t>
            </a:r>
            <a:endParaRPr lang="en-US" sz="1700" dirty="0"/>
          </a:p>
        </p:txBody>
      </p:sp>
      <p:pic>
        <p:nvPicPr>
          <p:cNvPr id="4" name="Image 0" descr="/home/claude/charts/02_alcohol_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828800"/>
            <a:ext cx="9144000" cy="4270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6172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 de Alta Qualidade têm teor alcoólico mais alto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 de Alta Qualidade têm menos acidez volátil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Diferencia Vinhos Bons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Sulfatos e Ácido Cítrico</a:t>
            </a:r>
            <a:endParaRPr lang="en-US" sz="1700" dirty="0"/>
          </a:p>
        </p:txBody>
      </p:sp>
      <p:pic>
        <p:nvPicPr>
          <p:cNvPr id="4" name="Image 0" descr="/home/claude/charts/03_sulphates_citr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828800"/>
            <a:ext cx="9144000" cy="4270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6172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as variáveis aparecem em concentração mais alta nos vinhos de Alta Qualidade.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 entre Variáveis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Algumas variáveis medem fenômenos parecidos</a:t>
            </a:r>
            <a:endParaRPr lang="en-US" sz="1700" dirty="0"/>
          </a:p>
        </p:txBody>
      </p:sp>
      <p:pic>
        <p:nvPicPr>
          <p:cNvPr id="4" name="Image 0" descr="/home/claude/charts/04_correlac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64008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210312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AFAFA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18120" y="29260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de variáveis muito correlacionados — como acidez e pH — carregam informação parcialmente redundante. Isso foi considerado na escolha e validação do modelo final.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Final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modelos testados — XGBoost apresentou o melhor desempenho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881360" cy="1645920"/>
        </p:xfrm>
        <a:graphic>
          <a:graphicData uri="http://schemas.openxmlformats.org/drawingml/2006/table">
            <a:tbl>
              <a:tblPr/>
              <a:tblGrid>
                <a:gridCol w="3657600"/>
                <a:gridCol w="1805940"/>
                <a:gridCol w="1805940"/>
                <a:gridCol w="1805940"/>
                <a:gridCol w="18059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Logística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11480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FAFAFA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4343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 de 0.919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05840" y="4983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distingue corretamente vinhos bons de ruins em aproximadamente 92% das comparações possíveis entre um par de vinhos.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Mais Importa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das variáveis no modelo final (XGBoost)</a:t>
            </a:r>
            <a:endParaRPr lang="en-US" sz="1700" dirty="0"/>
          </a:p>
        </p:txBody>
      </p:sp>
      <p:pic>
        <p:nvPicPr>
          <p:cNvPr id="4" name="Image 0" descr="/home/claude/charts/05_importan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6766560" cy="3803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210312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FAFAFA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 de evidências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29260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mesmas três variáveis aparecem no topo sob três métodos diferentes: correlação, separação visual entre classes e importância no modelo final.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Implicações para Produção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 na prática, para quem produz vinho?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🍇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 Alcoólico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momento da colheita define o nível de açúcar da uva — e, consequentemente, o álcool gerado na fermentação.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5440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Evino (2026)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🧪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0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Sulfatos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Atuam como conservante. A dosagem controlada durante a vinificação protege o vinho da oxidação e degradação.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5440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Eno Cultura (2023)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201168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🍋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0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Cítrico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para reequilibrar a acidez. Sujeito a diferentes regras conforme a região produtora (ex.: uso restrito na União Europeia).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5440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Wikipédia — Ácidos no vinho (2025)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 alcoólico, sulfatos e ácido cítrico são os principais indicadores de qualidade identificados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XGBoost atinge 92% de capacidade de distinção entre vinhos de alta e baixa qualidade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sugeridos: coletar mais amostras de vinhos premium e testar ajuste fino do ponto de corte do modelo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669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 Quality Classification — Apresentação Executiva</dc:title>
  <dc:subject>PptxGenJS Presentation</dc:subject>
  <dc:creator>Gabriel Brandão</dc:creator>
  <cp:lastModifiedBy>Gabriel Brandão</cp:lastModifiedBy>
  <cp:revision>1</cp:revision>
  <dcterms:created xsi:type="dcterms:W3CDTF">2026-06-29T21:16:33Z</dcterms:created>
  <dcterms:modified xsi:type="dcterms:W3CDTF">2026-06-29T21:16:33Z</dcterms:modified>
</cp:coreProperties>
</file>