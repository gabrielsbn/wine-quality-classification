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2392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3774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WINE QUALITY CLASSIFICATION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4612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Previsão de Qualidade de Vinhos com Machine Learning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5852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9A9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da Silva Brandão Nascimento [RM374018]  •  Pós-Tech em Data Analytics – FIAP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prever a qualidade de um vinho importa?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Precificação e Posicionamento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Decisões de mercado mais embasadas sobre o valor de cada lote.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97680" y="210312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237744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 Precoce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7200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lotes premium antes da avaliação sensorial completa.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55280" y="210312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0" y="2377440"/>
            <a:ext cx="548640" cy="548640"/>
          </a:xfrm>
          <a:prstGeom prst="ellipse">
            <a:avLst/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0" y="31089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Padronização de Critérios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0" y="37490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a subjetividade na avaliação entre diferentes especialistas.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de Dados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1.143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tintos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analisados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3832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3383280" y="2606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físico-químicas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26480" y="15544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3–8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6126480" y="2606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de notas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atribuídas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749040"/>
            <a:ext cx="10881360" cy="2377440"/>
          </a:xfrm>
          <a:prstGeom prst="roundRect">
            <a:avLst>
              <a:gd name="adj" fmla="val 2308"/>
            </a:avLst>
          </a:prstGeom>
          <a:solidFill>
            <a:srgbClr val="FAFAFA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39776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Classificação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05840" y="45720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avaliada por sommeliers em escala de 3 a 8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com nota ≥ 7 → classificados como Alta Qualidade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com nota &lt; 7 → classificados como Baixa/Média Qualidade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 Real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14% dos vinhos da base são considerados de Alta Qualidade</a:t>
            </a:r>
            <a:endParaRPr lang="en-US" sz="1700" dirty="0"/>
          </a:p>
        </p:txBody>
      </p:sp>
      <p:pic>
        <p:nvPicPr>
          <p:cNvPr id="4" name="Image 0" descr="/home/claude/charts/01_balanceam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828800"/>
            <a:ext cx="5669280" cy="34015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2103120"/>
            <a:ext cx="4663440" cy="2926080"/>
          </a:xfrm>
          <a:prstGeom prst="roundRect">
            <a:avLst>
              <a:gd name="adj" fmla="val 2500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/>
          <p:nvPr/>
        </p:nvSpPr>
        <p:spPr>
          <a:xfrm>
            <a:off x="7178040" y="23317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é um problema?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178040" y="2926080"/>
            <a:ext cx="4114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ingênuo que sempre dissesse “qualidade baixa” acertaria 86% das vezes — e ainda assim nunca identificaria um único vinho de alta qualidade.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Diferencia Vinhos Bons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 e Acidez Volátil</a:t>
            </a:r>
            <a:endParaRPr lang="en-US" sz="1700" dirty="0"/>
          </a:p>
        </p:txBody>
      </p:sp>
      <p:pic>
        <p:nvPicPr>
          <p:cNvPr id="4" name="Image 0" descr="/home/claude/charts/02_alcohol_v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828800"/>
            <a:ext cx="9144000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6172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de Alta Qualidade têm teor alcoólico mais alto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Vinhos de Alta Qualidade têm menos acidez volátil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Diferencia Vinhos Bons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Sulfatos e Ácido Cítrico</a:t>
            </a:r>
            <a:endParaRPr lang="en-US" sz="1700" dirty="0"/>
          </a:p>
        </p:txBody>
      </p:sp>
      <p:pic>
        <p:nvPicPr>
          <p:cNvPr id="4" name="Image 0" descr="/home/claude/charts/03_sulphates_citri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828800"/>
            <a:ext cx="9144000" cy="42702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617220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Ambas as variáveis aparecem em concentração mais alta nos vinhos de Alta Qualidade.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 entre Variáveis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Algumas variáveis medem fenômenos parecidos</a:t>
            </a:r>
            <a:endParaRPr lang="en-US" sz="1700" dirty="0"/>
          </a:p>
        </p:txBody>
      </p:sp>
      <p:pic>
        <p:nvPicPr>
          <p:cNvPr id="4" name="Image 0" descr="/home/claude/charts/04_correlac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6400800" cy="3840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210312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/>
          <p:nvPr/>
        </p:nvSpPr>
        <p:spPr>
          <a:xfrm>
            <a:off x="78181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significa?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818120" y="2926080"/>
            <a:ext cx="3474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de variáveis muito correlacionados — como acidez e pH — carregam informação parcialmente redundante. Isso foi considerado na escolha e validação do modelo final.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Modelo Final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modelos testados — XGBoost apresentou o melhor desempenho</a:t>
            </a:r>
            <a:endParaRPr lang="en-US" sz="1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103120"/>
          <a:ext cx="10881360" cy="164592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59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59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5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5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Regressão Logística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A3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8B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0.919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4114800"/>
            <a:ext cx="10881360" cy="1920240"/>
          </a:xfrm>
          <a:prstGeom prst="roundRect">
            <a:avLst>
              <a:gd name="adj" fmla="val 3810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4343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ROC-AUC de 0.919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005840" y="49834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distingue corretamente vinhos bons de ruins em aproximadamente 92% das comparações possíveis entre um par de vinhos.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Mais Importa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das variáveis no modelo final (XGBoost)</a:t>
            </a:r>
            <a:endParaRPr lang="en-US" sz="1700" dirty="0"/>
          </a:p>
        </p:txBody>
      </p:sp>
      <p:pic>
        <p:nvPicPr>
          <p:cNvPr id="4" name="Image 0" descr="/home/claude/charts/05_importa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28800"/>
            <a:ext cx="6766560" cy="3803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772400" y="2103120"/>
            <a:ext cx="3749040" cy="3291840"/>
          </a:xfrm>
          <a:prstGeom prst="roundRect">
            <a:avLst>
              <a:gd name="adj" fmla="val 2222"/>
            </a:avLst>
          </a:prstGeom>
          <a:solidFill>
            <a:srgbClr val="FAFAFA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2331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Convergência de evidências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092440" y="29260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três variáveis aparecem no topo sob três métodos diferentes: correlação, separação visual entre classes e importância no modelo final.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8B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Implicações para Produção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isso significa na prática, para quem produz vinho?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🍇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momento da colheita define o nível de açúcar da uva — e, consequentemente, o álcool gerado na fermentação.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Evino (2026)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🧪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7200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Sulfatos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7200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Atuam como conservante. A dosagem controlada durante a vinificação protege o vinho da oxidação e degradação.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Eno Cultura (2023)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955280" y="2011680"/>
            <a:ext cx="3383280" cy="3931920"/>
          </a:xfrm>
          <a:prstGeom prst="roundRect">
            <a:avLst>
              <a:gd name="adj" fmla="val 2162"/>
            </a:avLst>
          </a:prstGeom>
          <a:solidFill>
            <a:srgbClr val="FAFAFA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22860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000000"/>
                </a:solidFill>
              </a:rPr>
              <a:t>🍋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822960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8B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Ácido Cítrico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229600" y="3566160"/>
            <a:ext cx="2834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para reequilibrar a acidez. Sujeito a diferentes regras conforme a região produtora (ex.: uso restrito na União Europeia).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54406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A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Wikipédia — Ácidos no vinho (2025)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5C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104241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 alcoólico, sulfatos e ácido cítrico são os principais indicadores de qualidade identificados</a:t>
            </a:r>
            <a:endParaRPr lang="en-US" sz="18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8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XGBoost atinge 92% de capacidade de distinção entre vinhos de alta e </a:t>
            </a:r>
            <a:r>
              <a:rPr lang="en-US" sz="1800" dirty="0" err="1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r>
              <a:rPr lang="en-US" sz="1800" dirty="0">
                <a:solidFill>
                  <a:srgbClr val="F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qualidade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6692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152144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8A8A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533</Words>
  <Application>Microsoft Office PowerPoint</Application>
  <PresentationFormat>Widescreen</PresentationFormat>
  <Paragraphs>110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Wine Quality Classification — Apresentação Executiva</dc:title>
  <dc:subject>PptxGenJS Presentation</dc:subject>
  <dc:creator>Gabriel Brandão</dc:creator>
  <cp:lastModifiedBy>Gabriel da Silva Brandão Nascimento</cp:lastModifiedBy>
  <cp:revision>5</cp:revision>
  <cp:lastPrinted>2026-07-10T12:38:32Z</cp:lastPrinted>
  <dcterms:created xsi:type="dcterms:W3CDTF">2026-06-29T21:16:33Z</dcterms:created>
  <dcterms:modified xsi:type="dcterms:W3CDTF">2026-07-10T13:22:15Z</dcterms:modified>
</cp:coreProperties>
</file>